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93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ma Alvarez" userId="0750866313db77ae" providerId="LiveId" clId="{789A0519-A7C0-4A4F-AC50-FE3FACC4BA3E}"/>
    <pc:docChg chg="addSld modSld">
      <pc:chgData name="Joelma Alvarez" userId="0750866313db77ae" providerId="LiveId" clId="{789A0519-A7C0-4A4F-AC50-FE3FACC4BA3E}" dt="2026-01-25T19:53:28.958" v="4" actId="20577"/>
      <pc:docMkLst>
        <pc:docMk/>
      </pc:docMkLst>
      <pc:sldChg chg="modSp new mod">
        <pc:chgData name="Joelma Alvarez" userId="0750866313db77ae" providerId="LiveId" clId="{789A0519-A7C0-4A4F-AC50-FE3FACC4BA3E}" dt="2026-01-25T19:53:28.958" v="4" actId="20577"/>
        <pc:sldMkLst>
          <pc:docMk/>
          <pc:sldMk cId="1407579599" sldId="286"/>
        </pc:sldMkLst>
        <pc:spChg chg="mod">
          <ac:chgData name="Joelma Alvarez" userId="0750866313db77ae" providerId="LiveId" clId="{789A0519-A7C0-4A4F-AC50-FE3FACC4BA3E}" dt="2026-01-25T19:53:28.958" v="4" actId="20577"/>
          <ac:spMkLst>
            <pc:docMk/>
            <pc:sldMk cId="1407579599" sldId="286"/>
            <ac:spMk id="2" creationId="{4EF966E4-5F4F-8FD2-A103-2AFA09E377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Evolução dos Vertebrados e Cladística</a:t>
            </a:r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2B8D873-D903-527D-49DF-CD618A84EC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66" t="45966" r="11899" b="15490"/>
          <a:stretch>
            <a:fillRect/>
          </a:stretch>
        </p:blipFill>
        <p:spPr>
          <a:xfrm>
            <a:off x="879677" y="2803967"/>
            <a:ext cx="7025834" cy="23496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marcos evolutivos e fundamentos da cladística.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Origem e diversificação dos vertebrados</a:t>
            </a:r>
          </a:p>
          <a:p>
            <a:r>
              <a:t>• Sinapomorfias</a:t>
            </a:r>
          </a:p>
          <a:p>
            <a:r>
              <a:t>• Cladogramas</a:t>
            </a:r>
          </a:p>
          <a:p>
            <a:r>
              <a:t>• Relações morfofuncionais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Importância na Medicina Veterinária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Evolução explica anatomia, ecologia e comportamento.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Diversidade dos Vertebrados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56 mil espécies ocupando diversos habitats.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966E4-5F4F-8FD2-A103-2AFA09E3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631729-2D45-37A8-154B-19BD1281E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757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Classificação Biológica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de Linnaeus: nomenclatura e táxons.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Teoria Evolutiva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Darwin, Wallace e seleção natural.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Nova Síntese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Integração entre genética e evolução.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Origem dos Vertebrados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Traços compartilhados e ancestralidade comum.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Cordados e Protocordados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Transição evolutiva para vertebrados basais.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Crânio e Endoesqueleto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Primeiros marcos evolutivos raciais.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Mandíbulas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Inovação alimentar decisiva.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Membros Pares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Importância locomotora evolutiva.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Amniotas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Adaptação ao ambiente terrestre.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Diversificação dos Peixes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Maior radiação evolutiva dos vertebrados.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Anfíbios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Primeiros vertebrados terrestres.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Répteis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Especializações para ambientes secos.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Origem dos dinossauros e evolução do voo.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Mamíferos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Monotremados, marsupiais e placentários.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Evolução e Ecologia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Estruturas influenciam nichos ecológicos.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Cladística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Classificação com base em ancestralidade comum.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Táxons e Clados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Agrupamentos evolutivamente naturais.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Sinapomorfias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Caráter derivado compartilhado.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Homologia x Homoplasia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Similaridade verdadeira x convergência.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Cladogramas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Diagramas das relações evolutivas.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Parcimônia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Filogenia mais simples é preferida.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História da Terra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Mudanças climáticas e continentais.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Aplicações Veterinárias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Diagnóstico, manejo e conservação.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Atividade Prática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Construção de cladograma aplicado.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Encerramento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Revisão e integração dos conteúdos.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237</Words>
  <Application>Microsoft Office PowerPoint</Application>
  <PresentationFormat>Apresentação na tela (4:3)</PresentationFormat>
  <Paragraphs>62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Evolução dos Vertebrados e Cladística</vt:lpstr>
      <vt:lpstr>Objetivo Geral</vt:lpstr>
      <vt:lpstr>Objetivos Específicos</vt:lpstr>
      <vt:lpstr>Importância na Medicina Veterinária</vt:lpstr>
      <vt:lpstr>Diversidade dos Vertebrados</vt:lpstr>
      <vt:lpstr>Apresentação do PowerPoint</vt:lpstr>
      <vt:lpstr>Classificação Biológica</vt:lpstr>
      <vt:lpstr>Teoria Evolutiva</vt:lpstr>
      <vt:lpstr>Nova Síntese</vt:lpstr>
      <vt:lpstr>Origem dos Vertebrados</vt:lpstr>
      <vt:lpstr>Cordados e Protocordados</vt:lpstr>
      <vt:lpstr>Crânio e Endoesqueleto</vt:lpstr>
      <vt:lpstr>Mandíbulas</vt:lpstr>
      <vt:lpstr>Membros Pares</vt:lpstr>
      <vt:lpstr>Amniotas</vt:lpstr>
      <vt:lpstr>Diversificação dos Peixes</vt:lpstr>
      <vt:lpstr>Anfíbios</vt:lpstr>
      <vt:lpstr>Répteis</vt:lpstr>
      <vt:lpstr>Aves</vt:lpstr>
      <vt:lpstr>Mamíferos</vt:lpstr>
      <vt:lpstr>Evolução e Ecologia</vt:lpstr>
      <vt:lpstr>Cladística</vt:lpstr>
      <vt:lpstr>Táxons e Clados</vt:lpstr>
      <vt:lpstr>Sinapomorfias</vt:lpstr>
      <vt:lpstr>Homologia x Homoplasia</vt:lpstr>
      <vt:lpstr>Cladogramas</vt:lpstr>
      <vt:lpstr>Parcimônia</vt:lpstr>
      <vt:lpstr>História da Terra</vt:lpstr>
      <vt:lpstr>Aplicações Veterinárias</vt:lpstr>
      <vt:lpstr>Atividade Prática</vt:lpstr>
      <vt:lpstr>Encerramento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Joelma Alvarez</dc:creator>
  <cp:keywords/>
  <dc:description>generated using python-pptx</dc:description>
  <cp:lastModifiedBy>Joelma Moura Alvarez</cp:lastModifiedBy>
  <cp:revision>2</cp:revision>
  <dcterms:created xsi:type="dcterms:W3CDTF">2013-01-27T09:14:16Z</dcterms:created>
  <dcterms:modified xsi:type="dcterms:W3CDTF">2026-01-25T19:53:31Z</dcterms:modified>
  <cp:category/>
</cp:coreProperties>
</file>